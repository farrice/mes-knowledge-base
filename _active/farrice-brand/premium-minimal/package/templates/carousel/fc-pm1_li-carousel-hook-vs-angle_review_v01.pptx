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rricecain/Documents/Codex/2026-07-31/angle-map-client-copy-restore-rory-magic/outputs/personal-brand-system/visual-assets/carousel/fc-pm1_li-carousel-hook-vs-angle_01_review_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rricecain/Documents/Codex/2026-07-31/angle-map-client-copy-restore-rory-magic/outputs/personal-brand-system/visual-assets/carousel/fc-pm1_li-carousel-hook-vs-angle_02_review_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rricecain/Documents/Codex/2026-07-31/angle-map-client-copy-restore-rory-magic/outputs/personal-brand-system/visual-assets/carousel/fc-pm1_li-carousel-hook-vs-angle_03_review_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rricecain/Documents/Codex/2026-07-31/angle-map-client-copy-restore-rory-magic/outputs/personal-brand-system/visual-assets/carousel/fc-pm1_li-carousel-hook-vs-angle_04_review_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Farrice Cain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Another Creative Round, Choose the Argument</dc:title>
  <dc:subject>LinkedIn document post — hook versus campaign angle</dc:subject>
  <dc:creator>Farrice Cain</dc:creator>
  <cp:lastModifiedBy>Farrice Cain</cp:lastModifiedBy>
  <cp:revision>1</cp:revision>
  <dcterms:created xsi:type="dcterms:W3CDTF">2026-08-01T16:57:21Z</dcterms:created>
  <dcterms:modified xsi:type="dcterms:W3CDTF">2026-08-01T16:57:21Z</dcterms:modified>
</cp:coreProperties>
</file>